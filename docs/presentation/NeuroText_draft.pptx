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as a draft based on Windows RTX 3050 execution. This deck is not a completed cross-dataset study. Source: docs/research_results/REPORT.md and retrieval.csv (79 reports).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REPORT.md, Data and methods. The text encoder is frozen MiniLM. MRR averages reciprocal rank of the correct sentence. R@K is the fraction with the correct target in the first K positions. Pool size changes expected random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REPORT.md. ZuCo1: 3356 prepared, 7 duration-QC exclusions, 3349 retained. ZuCo2: 5911 prepared, 27 exclusions, 5884 retained. Missing source slots were separately audited. Original timing/reference/filter histories remain incompletely verified. LaBraM adaptation has different counts: 3345 and 5838, requiring whole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 and project source modules. Colab compatibility is implemented; actual Colab execution has not been established. Statistical features include per-channel statistics and spectral power. SSL reconstructs masked temporal blocks before alignment. Official LaBraM is frozen and verified, not fine-tuned. Local hardware: RTX 3050, 4 GB VRAM.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REPORT.md. Gaussian noise preserves each observation’s channel standard deviations, so it retains amplitude information and is not uniform random ranking. Shuffled training labels are deranged by sentence class; evaluation labels are true. For SSL, Gaussian covers pretraining and alignment. Shuffled alignment may reuse label-free real-data pretraining. Test inspection during development means this is exploratory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REPORT.md, Supervised CNN negative controls. ZuCo1 uses original cohort and an 8-second center crop; ZuCo2 uses duration QC and full recordings. These are not a controlled cross-dataset comparison. Real and Gaussian top-1 hits: 2 in ZuCo1, 3 in ZuCo2. Dashed lines are uniform random-ranking expectations, not significance thresholds.</a:t>
            </a:r>
          </a:p>
          <a:p>
            <a:r>
              <a:t>Figure: docs/research_results/cnn_controls_mrr.png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REPORT.md, Full-sentence SSL negative controls. Query/candidate counts: 592/300 and 984/344. Real/Gaussian/shuffled MRR: ZuCo1 .020680/.023159/.019842; ZuCo2 .018846/.018117/.019402. Training improvement does not imply generalization. One split; no significance claim.</a:t>
            </a:r>
          </a:p>
          <a:p>
            <a:r>
              <a:t>Figure: docs/research_results/ssl_controls_mrr.png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REPORT.md, Matched pretrained comparison. Official weights checksum verified. Template-based mapping errors 2.11–9.40 degrees; approximate mapping and unknown upstream reference/filter details limit general conclusions. ZuCo1 592/300; ZuCo2 983/344. ZuCo1 LaBraM Recall@5/10 is higher; do not claim all metrics favor statistics.</a:t>
            </a:r>
          </a:p>
          <a:p>
            <a:r>
              <a:t>Figure: docs/research_results/pretrained_comparison.png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REPORT.md, Frozen LaBraM ridge negative controls. Gaussian MRR exceeds real in ZuCo1; ZuCo2 real MRR is slightly higher but top-1 has fewer hits (4 versus 5). Duplicate report sets are displayed once when all exported fields agree; this is not independent replication or a general verdict on LaBraM.</a:t>
            </a:r>
          </a:p>
          <a:p>
            <a:r>
              <a:t>Figure: docs/research_results/labram_controls_mrr.png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REPORT.md, Unseen subjects and unseen sentence content. Points show individual splits; report SD across splits is not a confidence interval. Splits reuse subjects and stimuli. Real/Gaussian mean MRR: .085268/.086335 in ZuCo1; .073448/.075441 in ZuCo2. Do not compare raw recall percentages against 300/344-candidate experiments.</a:t>
            </a:r>
          </a:p>
          <a:p>
            <a:r>
              <a:t>Figure: docs/research_results/unseen_content_mrr.png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REPORT.md, Robustness and quality weighting. Clean MRR: standard .023036, quality-aware .020230. Exception: 25% channel dropout. Nonmonotonic curves near chance do not establish beneficial signal removal. Noise, channel dropout and temporal masking have different severity units. No broad robustness claim.</a:t>
            </a:r>
          </a:p>
          <a:p>
            <a:r>
              <a:t>Figure: docs/research_results/quality_robustness_mrr.png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docs/published_work_comparison.md; docs/research_results/literature_sources.json. Wang and Ji, AAAI 2022: Open Vocabulary EEG-to-Text Decoding and Zero-shot Sentiment Classification. Official repository acknowledges evaluation correction in 2024 and directs readers to NeuSpeech. LaBraM: Jiang, Zhao and Lu, ICLR 2024. Review pins primary source revisions. This project has no protocol-matched numerical paper reproduction. Other limits: small cohorts, montage/reference uncertainty and repeated test inspection during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user execution transcript, transfer_plan_20261029_213051/plan.json summary. 9233 observations; 594 unique targets; text cache rebuilt at MiniLM revision 1110a243fdf4706b3f48f1d95db1a4f5529b4d41. The summary has been supplied, not the full plan JSON. No EEG copies or training. Maintainer inquiry was sent by the user; no response supplied. Different dataset ID prefixes do not establish participant independence. Existing selected NR manifests have 50 shared canonical texts; transfer must disclose overlap. Original signals and completed results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REPORT.md; archived retrieval.csv, 79 executed evaluation reports including duplicates and robustness conditions, not 79 independent methods. Software validation 121 passed; synthetic tests verify software and do not prove scientific accuracy. Remaining: independent identity evidence, strict transfer in both directions, original JSON/config/checkpoint audit and final submission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NeuroText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EEG representation learning for sentence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78992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42D44"/>
                </a:solidFill>
                <a:latin typeface="Aptos"/>
              </a:defRPr>
            </a:pPr>
            <a:r>
              <a:t>Can EEG retrieve sentence meaning</a:t>
            </a:r>
          </a:p>
          <a:p>
            <a:pPr>
              <a:spcAft>
                <a:spcPts val="1200"/>
              </a:spcAft>
              <a:defRPr sz="3600" b="1">
                <a:solidFill>
                  <a:srgbClr val="142D44"/>
                </a:solidFill>
                <a:latin typeface="Aptos"/>
              </a:defRPr>
            </a:pPr>
            <a:r>
              <a:t>beyond matched negative controls?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78992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526474"/>
                </a:solidFill>
                <a:latin typeface="Aptos"/>
              </a:defRPr>
            </a:pPr>
            <a:r>
              <a:t>ZuCo 1.0 + 2.0  |  Statistical ridge · CNN · SSL · frozen LaBraM</a:t>
            </a:r>
          </a:p>
          <a:p>
            <a:pPr>
              <a:spcAft>
                <a:spcPts val="1200"/>
              </a:spcAft>
              <a:defRPr sz="2200" b="0">
                <a:solidFill>
                  <a:srgbClr val="526474"/>
                </a:solidFill>
                <a:latin typeface="Aptos"/>
              </a:defRPr>
            </a:pPr>
            <a:r>
              <a:t>Ziad Elsayed  |  University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Executed within-dataset results; strict cross-dataset evaluation remains pending.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Define the prediction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Fixed-pool retrieval with unseen readers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1. Encode a sentence-length EEG recording.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2. Predict its location in a frozen sentence-embedding space.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3. Rank unique candidate sentences by cosine similarity.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4. Evaluate Recall@1/5/10 and mean reciprocal rank (MRR).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Above random ranking alone is insufficient: real EEG must beat matched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Data preparation and quality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Normal reading · 105 ordered channels · resampled to 200 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5212080" cy="320040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7F8C"/>
                </a:solidFill>
                <a:latin typeface="Aptos"/>
              </a:defRPr>
            </a:pPr>
            <a:r>
              <a:t>ZuCo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6634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12 readers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3,356 prepared observations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3,349 after duration QC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212080" cy="320040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7F8C"/>
                </a:solidFill>
                <a:latin typeface="Aptos"/>
              </a:defRPr>
            </a:pPr>
            <a:r>
              <a:t>ZuCo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6634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18 readers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5,911 prepared observations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5,884 after duration QC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19-channel LaBraM adaptation is a separate cohort: 3,345 / 5,838 observations.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One shared, memory-conscious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Windows + Colab clients use the same Python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2148840" cy="210312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87451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87F8C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1874519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Lazy signal arrays</a:t>
            </a:r>
          </a:p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Audited manifests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057400"/>
            <a:ext cx="2148840" cy="210312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286000"/>
            <a:ext cx="187451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87F8C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80360"/>
            <a:ext cx="1874519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Statistics / CNN</a:t>
            </a:r>
          </a:p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SSL / frozen LaBraM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2148840" cy="210312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286000"/>
            <a:ext cx="187451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87F8C"/>
                </a:solidFill>
                <a:latin typeface="Aptos"/>
              </a:defRPr>
            </a:pPr>
            <a:r>
              <a:t>ALIGN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1874519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Train-only scaling</a:t>
            </a:r>
          </a:p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Validation selection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057400"/>
            <a:ext cx="2148840" cy="210312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2286000"/>
            <a:ext cx="1874519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87F8C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880360"/>
            <a:ext cx="1874519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MiniLM targets</a:t>
            </a:r>
          </a:p>
          <a:p>
            <a:pPr>
              <a:spcAft>
                <a:spcPts val="1200"/>
              </a:spcAft>
              <a:defRPr sz="1800" b="0">
                <a:solidFill>
                  <a:srgbClr val="142D44"/>
                </a:solidFill>
                <a:latin typeface="Aptos"/>
              </a:defRPr>
            </a:pPr>
            <a:r>
              <a:t>Cosine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42D44"/>
                </a:solidFill>
                <a:latin typeface="Aptos"/>
              </a:defRPr>
            </a:pPr>
            <a:r>
              <a:t>Local hardware: RTX 3050 with 4 GB VRAM; lazy loading limits memory 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Shared code and documented inputs make weak results inspectable and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Controls make the central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Hold out subjects; fit preprocessing on training observations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Real EEG: original signals and true sentence pairing.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Gaussian: matched per-channel scale, independently generated noise.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Shuffled: separately trained model with incorrect sentence pairing.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Compare within the same cohort, split, seed and candidate pool.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Single-split differences are descriptive; no statistical significance is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Supervised CNN: Gaussian matches top-1 hits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Seed 42 · ZuCo1: 592 queries / 300 candidates · ZuCo2: 984 / 344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7" name="Picture 6" descr="cnn_controls_m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5" y="1600200"/>
            <a:ext cx="8887968" cy="39502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Gaussian MRR exceeds real EEG in both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SSL: reconstruction does not establish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Full recordings · duration QC · Gaussian control covers both learned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7" name="Picture 6" descr="ssl_controls_m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5" y="1600200"/>
            <a:ext cx="8887968" cy="39502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No consistent retrieval advantage for real EEG over the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Frozen LaBraM against matched statistical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Identical adapted signals · 19 mapped electrodes · whole-second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pretrain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5" y="1600200"/>
            <a:ext cx="8887968" cy="39502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Statistical features have higher top-1 and MRR on both reported splits.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LaBraM controls limit the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Frozen backbone · separately fit ridge models · same adapted cohort and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7" name="Picture 6" descr="labram_controls_m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5" y="1600200"/>
            <a:ext cx="8887968" cy="39502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No consistent real-EEG superiority under this exploratory adaptation.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Unseen subjects and unseen sentence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Ridge · seeds 42, 43, 44 · 60 candidates in ZuCo1 / 68 in ZuCo2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unseen_content_m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1600200"/>
            <a:ext cx="9875520" cy="39502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Real EEG exceeds Gaussian MRR on only one of three seeds in each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Quality weighting shows no consistent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ZuCo2 ridge · 984 queries / 344 candidates · one split and corruption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quality_robustness_m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37944"/>
            <a:ext cx="10972800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Quality-aware MRR is lower in 8 of 9 nonzero corruption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Published work: compare protocols before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Generation, classification and retrieval measure different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EEG-to-text papers often report BLEU / ROUGE for language generation.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LaBraM originally reports classification tasks.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Our task reports Recall@K / MRR for a fixed sentence pool.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The original AAAI 2022 repository documents an evaluation correction.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Primary-source protocol review is complete; competitive numerical ranking is unsupported.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Cross-dataset transfer: prepared, not executed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Both directions remain pending participant identity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8992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Prepared: 9,233 signal references and 594 shared sentence targets.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Directions: ZuCo1 → ZuCo2 and ZuCo2 → ZuCo1.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Pending: verify whether the same people appear in both releases.</a:t>
            </a:r>
          </a:p>
          <a:p>
            <a:pPr>
              <a:spcAft>
                <a:spcPts val="1200"/>
              </a:spcAft>
              <a:defRPr sz="2500" b="0">
                <a:solidFill>
                  <a:srgbClr val="142D44"/>
                </a:solidFill>
                <a:latin typeface="Aptos"/>
              </a:defRPr>
            </a:pPr>
            <a:r>
              <a:t>Then: reconcile identities and fit / select models on the source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Preparation is successful; it is not an executed transfer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2D44"/>
                </a:solidFill>
                <a:latin typeface="Aptos"/>
              </a:defRPr>
            </a:pPr>
            <a:r>
              <a:t>Conclusion and 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474"/>
                </a:solidFill>
                <a:latin typeface="Aptos"/>
              </a:defRPr>
            </a:pPr>
            <a:r>
              <a:t>A reproducible negative result with explicit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NEUROTEXT  /  REVIEW DRAFT  /  29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Finding: tested representations do not show reliable retrieval beyond controls.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Contribution: modular pipeline, audited data, matched controls and clear limits.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Remaining: identity evidence, strict transfer experiments and final review.</a:t>
            </a:r>
          </a:p>
          <a:p>
            <a:pPr>
              <a:spcAft>
                <a:spcPts val="1200"/>
              </a:spcAft>
              <a:defRPr sz="2400" b="0">
                <a:solidFill>
                  <a:srgbClr val="142D44"/>
                </a:solidFill>
                <a:latin typeface="Aptos"/>
              </a:defRPr>
            </a:pPr>
            <a:r>
              <a:t>Archive: original evaluation JSON, configs, splits and checkpoints.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79008"/>
            <a:ext cx="11155680" cy="530352"/>
          </a:xfrm>
          <a:prstGeom prst="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87044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These findings do not establish that EEG contains no semantic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NeuroText: EEG-to-sentence retrieval</dc:title>
  <dc:subject>Draft review; cross-dataset experiments pending identity evidence</dc:subject>
  <dc:creator>Ziad Elsayed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